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image" Target="../media/image1.jpeg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508F1-7AEB-F0C3-BBC7-232763DE33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Big Sales Mart Sales Prediction
Using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E55528-12F4-27F6-1539-EDA1C9C816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Name: </a:t>
            </a:r>
            <a:r>
              <a:rPr lang="en-US" dirty="0" err="1"/>
              <a:t>ayush</a:t>
            </a:r>
            <a:r>
              <a:rPr lang="en-US" dirty="0"/>
              <a:t> Narendra </a:t>
            </a:r>
            <a:r>
              <a:rPr lang="en-US" dirty="0" err="1"/>
              <a:t>Deshmukh</a:t>
            </a:r>
            <a:endParaRPr lang="en-US" dirty="0"/>
          </a:p>
          <a:p>
            <a:r>
              <a:rPr lang="en-US" dirty="0"/>
              <a:t>COURSE : ARTIFICIAL INTELLIGENCE </a:t>
            </a:r>
          </a:p>
        </p:txBody>
      </p:sp>
    </p:spTree>
    <p:extLst>
      <p:ext uri="{BB962C8B-B14F-4D97-AF65-F5344CB8AC3E}">
        <p14:creationId xmlns:p14="http://schemas.microsoft.com/office/powerpoint/2010/main" val="290544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BAC97-2BAF-8115-956C-258BB6D2C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6F223-2BC7-B2B3-9CD1-CA4AA4F54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Retail businesses need accurate sales forecasting
Helps in inventory management and profit optimization
Machine learning improves prediction accuracy</a:t>
            </a:r>
          </a:p>
        </p:txBody>
      </p:sp>
    </p:spTree>
    <p:extLst>
      <p:ext uri="{BB962C8B-B14F-4D97-AF65-F5344CB8AC3E}">
        <p14:creationId xmlns:p14="http://schemas.microsoft.com/office/powerpoint/2010/main" val="3926064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C79C9-5819-C667-F4FD-CE4FA4B82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6E8B1-D209-1FCF-C3FA-14B16B189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Predict Item Outlet Sales
Based on product and outlet features
Aim: Build an accurate prediction model</a:t>
            </a:r>
          </a:p>
        </p:txBody>
      </p:sp>
    </p:spTree>
    <p:extLst>
      <p:ext uri="{BB962C8B-B14F-4D97-AF65-F5344CB8AC3E}">
        <p14:creationId xmlns:p14="http://schemas.microsoft.com/office/powerpoint/2010/main" val="3543768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ABF20-8ADD-42EF-ECF3-412F3FE13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FFC43-402C-A710-0F9D-36E141B56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preprocessing and cleaning
Exploratory Data Analysis (EDA)
Feature engineering
Model building and evaluation</a:t>
            </a:r>
          </a:p>
        </p:txBody>
      </p:sp>
    </p:spTree>
    <p:extLst>
      <p:ext uri="{BB962C8B-B14F-4D97-AF65-F5344CB8AC3E}">
        <p14:creationId xmlns:p14="http://schemas.microsoft.com/office/powerpoint/2010/main" val="353633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464BC-C513-3BD9-0280-6A40C0829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4496B-9902-0FD9-3208-A890A4D10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Contains product and outlet data
Key features:
Item MRP
Item Visibility
Item Type
Outlet Type
Target: </a:t>
            </a:r>
            <a:r>
              <a:rPr lang="en-US" dirty="0" err="1"/>
              <a:t>Item_Outlet_Sales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930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24FAA-6D96-CF13-A03D-F985849C0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B409F-0E0A-C06D-9BF6-106BE73BD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Cleaning
Data Analysis
Feature Engineering
Model Training
Model Evaluation</a:t>
            </a:r>
          </a:p>
        </p:txBody>
      </p:sp>
    </p:spTree>
    <p:extLst>
      <p:ext uri="{BB962C8B-B14F-4D97-AF65-F5344CB8AC3E}">
        <p14:creationId xmlns:p14="http://schemas.microsoft.com/office/powerpoint/2010/main" val="3842274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A72F3-B50C-D065-8DF6-D22919492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9A38D-9A58-9651-179A-29B5FAE78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Missing values handled
Categorical values standardized
Label Encoding applied
Created Outlet Age feature</a:t>
            </a:r>
          </a:p>
        </p:txBody>
      </p:sp>
    </p:spTree>
    <p:extLst>
      <p:ext uri="{BB962C8B-B14F-4D97-AF65-F5344CB8AC3E}">
        <p14:creationId xmlns:p14="http://schemas.microsoft.com/office/powerpoint/2010/main" val="1066560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D0B50-87BC-E793-0962-68A81EBD0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FFF86-973D-2DFA-0B13-940C739F7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Regression
Random Forest </a:t>
            </a:r>
            <a:r>
              <a:rPr lang="en-US" dirty="0" err="1"/>
              <a:t>Regressor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399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B7E51-D265-9592-B0F2-0FCED7856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&amp;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F677D-90E0-F0EA-D372-B21BA90E8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Random Forest gave lower RMSE
Higher prediction accuracy
Item MRP strongly affects sales
Outlet type impacts performance</a:t>
            </a:r>
          </a:p>
        </p:txBody>
      </p:sp>
    </p:spTree>
    <p:extLst>
      <p:ext uri="{BB962C8B-B14F-4D97-AF65-F5344CB8AC3E}">
        <p14:creationId xmlns:p14="http://schemas.microsoft.com/office/powerpoint/2010/main" val="170886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2AD02-BF84-CADA-384B-F01E6E1B7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Future Scope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9754F-12EF-3F8E-EE28-3C9D10107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Conclusion:
  ML improves sales prediction
  Supports better decision-making
  Future Scope:
Deploy model
  Use advanced algorithms
  Build dashboard</a:t>
            </a:r>
          </a:p>
        </p:txBody>
      </p:sp>
    </p:spTree>
    <p:extLst>
      <p:ext uri="{BB962C8B-B14F-4D97-AF65-F5344CB8AC3E}">
        <p14:creationId xmlns:p14="http://schemas.microsoft.com/office/powerpoint/2010/main" val="14764058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029" id="{ED3996BA-162B-43C7-B0E2-A5CA4E649741}" vid="{187088E4-27D7-4455-856F-4A44258D82E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Ion Boardroom</vt:lpstr>
      <vt:lpstr>Big Sales Mart Sales Prediction
Using Machine Learning</vt:lpstr>
      <vt:lpstr>Introduction</vt:lpstr>
      <vt:lpstr>Problem Statement</vt:lpstr>
      <vt:lpstr>Objectives</vt:lpstr>
      <vt:lpstr>Dataset Description</vt:lpstr>
      <vt:lpstr>Methodology</vt:lpstr>
      <vt:lpstr>Data Preprocessing</vt:lpstr>
      <vt:lpstr>Models Used</vt:lpstr>
      <vt:lpstr>Results &amp; Insights</vt:lpstr>
      <vt:lpstr>Conclusion &amp; Future Scope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Sales Mart Sales Prediction
Using Machine Learning</dc:title>
  <dc:creator>shubham muthal</dc:creator>
  <cp:lastModifiedBy>shubham muthal</cp:lastModifiedBy>
  <cp:revision>3</cp:revision>
  <dcterms:created xsi:type="dcterms:W3CDTF">2026-04-30T05:06:14Z</dcterms:created>
  <dcterms:modified xsi:type="dcterms:W3CDTF">2026-04-30T05:21:19Z</dcterms:modified>
</cp:coreProperties>
</file>